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F4D9-D600-F705-5024-35951FBA8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707DB-F08E-AB8C-DB77-4EB7571E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64B8-F120-36A8-87C6-4F9801A6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0DEC9-0609-30C5-DE8D-A7D5CEE8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57710-DD47-FF72-3CAC-CE0F1D95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5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EA62-5E1E-D011-B95F-3F321C11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5B8D-C9AA-8BF8-4354-02F091E9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945D-245A-9C53-C3AF-629EC88E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4316-A430-FDF9-001B-CA5C1288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AEDF-F5F4-2726-CCD8-21C5E96B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0FA8-BA1E-7049-AFA5-DD8B3D31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7DDCE-8CDE-E208-DF8C-CE991298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3438E-600F-1B9B-B390-7F9AD057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DF3E6-CED7-9D68-D511-DE0BCE1B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140D-FA3F-F1CE-0005-44D28E44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DCB0-5978-A009-470B-59D5B1B6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D53A-DF05-CFDC-529B-95D3EB0ED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9335-2186-22E0-11D0-AF03E6186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3A9EF-B8A7-C7E0-1214-1EFF891E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7AC10-662D-DD3D-5373-A09C9B8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11A92-E0BA-4259-513E-74589DF2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5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0B92-9612-574C-030C-130DD1DC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92F16-53BD-4D7F-245B-514C8E2B5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A1205-6BA7-C3ED-8782-0BD51FB03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81864-AFAF-50AA-D10D-BBA251F67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4E3E2-F737-A0A6-63EE-AE3ED29DD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C9505-424E-F198-7692-4405405A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A4271-9034-1812-8B92-4A158CD6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91331D-28B0-1BEA-82AC-31D6E1D0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9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65BC-D16B-2533-5BCD-CC8A2DB8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96638-DD02-8F56-BD4C-331BF0E6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F56DA-82B8-E593-0546-3A1F4E5A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747FB-C21B-032F-BAB5-4AA8A4A3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3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8DE85-EDA4-0E46-2E09-8581FF8D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1BBD8-5F59-5260-401C-67093212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DE590-6115-DF76-6AA0-4CFED2E4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5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E678-EDFD-4CE5-8000-67175EA6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0E15-E243-FE42-6031-F3742EF7F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789F4-FF4A-A8CC-E1C4-1C820DA10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8EF4E-BA54-D498-30FB-F8183C12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FB771-A488-57B3-4520-91DB0805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74F3-B464-6978-D356-74A9B319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1C21-384F-06EC-81CD-93E9C81C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DE0E4-2B6E-8FED-4FB3-749B3924E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0E19E-FA77-BB27-932C-A1F21B74E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6916F-CC57-3A44-3DFF-F724E6BA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B7803-582A-C8E9-C725-C6239FE99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F131D-83F3-2260-34CC-A91BC79B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3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0DAB-230E-D082-66BA-130CACD3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DBFE4-76AA-8DB2-1FB2-28208C25F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5B923-73A9-D7E9-1B26-266BA306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A4375-736A-FDF3-683F-7A611B39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296B0-4C91-D647-6339-BD7E0AA8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8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01DC3D-42B7-2E8C-9D47-0DC7B27A6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E3C79-6E1E-D3B4-3B78-73BD2C925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3521-5A77-02ED-71C6-52E968B6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8A191-08C9-1C71-5FB8-4459B630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8D56F-F7CD-3FA6-63F5-676DDBB5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5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C28AD-2660-74AC-11D4-F7D3DDBC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4A157-7751-F004-290A-2B48EBAAC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15570-F4E3-3DB7-95F6-40E1109E1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8B9A5-1909-43C1-A1F8-7BE069513C5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4F56-3B6F-090A-1193-295D78AC8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017E-8A6C-D5EA-9341-2E59C3ED9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3A40F-31BF-4D6E-9265-C6128A14E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3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6A3B-2570-302E-2A10-3534D9AF88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Review &amp; Refactoring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455E8-906C-BE77-E40C-DC4BC1431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9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6F2A-2CC8-086B-7841-6DD25703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E8F13-D33C-F76C-1D5B-7C5A4BFFB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a multi-agent system that takes a codebase as input.</a:t>
            </a:r>
          </a:p>
          <a:p>
            <a:r>
              <a:rPr lang="en-US" dirty="0"/>
              <a:t>Performs automated review across dimensions (security vulnerabilities, performance, style, test coverage gaps).</a:t>
            </a:r>
          </a:p>
          <a:p>
            <a:r>
              <a:rPr lang="en-US" dirty="0"/>
              <a:t>Proposes refactoring plans with dependency-aware ordering.</a:t>
            </a:r>
          </a:p>
          <a:p>
            <a:r>
              <a:rPr lang="en-US" dirty="0"/>
              <a:t>Generates the refactored code for human review.</a:t>
            </a:r>
          </a:p>
          <a:p>
            <a:r>
              <a:rPr lang="en-US" dirty="0"/>
              <a:t>The planning layer determines refactoring order to avoid breaking changes.</a:t>
            </a:r>
          </a:p>
          <a:p>
            <a:r>
              <a:rPr lang="en-US" dirty="0"/>
              <a:t>HITL approves each refactoring step before execution.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330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C21E-E60F-5583-41ED-783C29B3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Emphasis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857A-67BC-4CBE-373C-CF62989AF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Dependency-aware planning and ordering.</a:t>
            </a:r>
          </a:p>
          <a:p>
            <a:r>
              <a:rPr lang="en-US" dirty="0"/>
              <a:t>Multi-dimensional parallel analysis with synthesis and HITL approval workflows.</a:t>
            </a:r>
          </a:p>
          <a:p>
            <a:r>
              <a:rPr lang="en-US" dirty="0"/>
              <a:t> Performance can be measured against known code in a </a:t>
            </a:r>
            <a:r>
              <a:rPr lang="en-US"/>
              <a:t>test environment.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381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Code Review &amp; Refactoring Pipeline</vt:lpstr>
      <vt:lpstr>Problem Statement</vt:lpstr>
      <vt:lpstr>Technical Emphasis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Schucker</dc:creator>
  <cp:lastModifiedBy>Steven Schucker</cp:lastModifiedBy>
  <cp:revision>2</cp:revision>
  <dcterms:created xsi:type="dcterms:W3CDTF">2026-07-13T23:03:37Z</dcterms:created>
  <dcterms:modified xsi:type="dcterms:W3CDTF">2026-07-13T23:11:01Z</dcterms:modified>
</cp:coreProperties>
</file>