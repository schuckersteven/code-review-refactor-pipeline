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96"/>
                </a:solidFill>
              </a:rPr>
              <a:t>CODEBASE REVIEW SWARM  /  SYSTEM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42448" y="65379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VERSION 1.0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713232"/>
            <a:ext cx="1417320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22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DOCUMENT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Codebase Review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7C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code review and refactoring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FE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analysis  •  Dependency-aware planning  •  Human-approved execution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0" y="1143000"/>
            <a:ext cx="2148840" cy="2148840"/>
          </a:xfrm>
          <a:prstGeom prst="ellipse">
            <a:avLst/>
          </a:prstGeom>
          <a:solidFill>
            <a:srgbClr val="17A398">
              <a:alpha val="95000"/>
            </a:srgbClr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142646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68680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dimensions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9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 |  2026-07-27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One system from review signal to approved change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swarm coordinates specialized reviewers, synthesizes repeatable findings, orders refactoring work, and keeps generated code inert until a human approves the exact patch.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2395728"/>
            <a:ext cx="515721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395728"/>
            <a:ext cx="64008" cy="1143000"/>
          </a:xfrm>
          <a:prstGeom prst="rect">
            <a:avLst/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60320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99232"/>
            <a:ext cx="4736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performance, style, and coverage agents run concurrently.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2395728"/>
            <a:ext cx="515721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08192" y="2395728"/>
            <a:ext cx="64008" cy="114300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2560320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18504" y="2999232"/>
            <a:ext cx="4736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findings and a topological plan make repeated runs explainable.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813048"/>
            <a:ext cx="515721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813048"/>
            <a:ext cx="64008" cy="114300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77640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416552"/>
            <a:ext cx="4736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receives one step’s findings and allowlisted files only.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8192" y="3813048"/>
            <a:ext cx="515721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08192" y="3813048"/>
            <a:ext cx="64008" cy="1143000"/>
          </a:xfrm>
          <a:prstGeom prst="rect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3977640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HUMAN-CONTROLLED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18504" y="4416552"/>
            <a:ext cx="4736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approval binding prevents changed-after-review execution.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5422392"/>
            <a:ext cx="10570464" cy="530352"/>
          </a:xfrm>
          <a:prstGeom prst="roundRect">
            <a:avLst>
              <a:gd name="adj" fmla="val 17241"/>
            </a:avLst>
          </a:prstGeom>
          <a:solidFill>
            <a:srgbClr val="E5F5F3"/>
          </a:solidFill>
          <a:ln w="12700">
            <a:solidFill>
              <a:srgbClr val="CDE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5412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invariant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40280" y="548640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generated refactoring executes without explicit approval of the exact change.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Goals define a safe automation boundary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30368" cy="4526280"/>
          </a:xfrm>
          <a:prstGeom prst="roundRect">
            <a:avLst>
              <a:gd name="adj" fmla="val 2020"/>
            </a:avLst>
          </a:prstGeom>
          <a:solidFill>
            <a:srgbClr val="E5F5F3"/>
          </a:solidFill>
          <a:ln w="12700">
            <a:solidFill>
              <a:srgbClr val="CD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682496"/>
            <a:ext cx="731520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6112" y="2331720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12848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 checked-out repository or unified PR diff.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2862072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743200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independent dimensions in parallel.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" y="3392424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273552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 stable findings with evidence and remediation.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922776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803904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refactors from dependencies to consumers.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4453128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334256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minimal patches for explicit approval.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4983480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864608"/>
            <a:ext cx="4251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scope, digest, or dependency violations.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1417320"/>
            <a:ext cx="5166360" cy="4526280"/>
          </a:xfrm>
          <a:prstGeom prst="roundRect">
            <a:avLst>
              <a:gd name="adj" fmla="val 2020"/>
            </a:avLst>
          </a:prstGeom>
          <a:solidFill>
            <a:srgbClr val="FDEDE9"/>
          </a:solidFill>
          <a:ln w="12700">
            <a:solidFill>
              <a:srgbClr val="F5D2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1682496"/>
            <a:ext cx="1051560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1691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NON-GOALS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91656" y="2331720"/>
            <a:ext cx="128016" cy="12801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2212848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semantic compilers or language-specific analyzers.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91656" y="3026664"/>
            <a:ext cx="128016" cy="12801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2907792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changes automatically.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91656" y="3721608"/>
            <a:ext cx="128016" cy="12801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5976" y="3602736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Bypass the repository’s test suite.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91656" y="4416552"/>
            <a:ext cx="128016" cy="12801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65976" y="4297680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 that regex rules have no false positives.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SYSTEM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The swarm sits between developer intent and repository mutation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331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194560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037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670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306324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Selects 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diffs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Approves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724912"/>
            <a:ext cx="329184" cy="502920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965960"/>
            <a:ext cx="2331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8456" y="2194560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22037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48456" y="2670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SWARM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48456" y="306324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Enforces controls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70448" y="2724912"/>
            <a:ext cx="329184" cy="502920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0216" y="1965960"/>
            <a:ext cx="2331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1384" y="2194560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22037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01384" y="2670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01384" y="306324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diff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23376" y="2724912"/>
            <a:ext cx="329184" cy="502920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53144" y="1965960"/>
            <a:ext cx="23317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54312" y="2194560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4312" y="220370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54312" y="2670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+ TESTS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54312" y="306324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Confirms behavior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locally or in CI • Persists review output as JSON • Supports separate analysis, approval, and execution sessions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Architecture separates deterministic controls from generated output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10896" y="1828800"/>
            <a:ext cx="1426464" cy="15087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20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48056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8056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/ diff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64792" y="2304288"/>
            <a:ext cx="182880" cy="384048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828800"/>
            <a:ext cx="1426464" cy="15087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9696" y="201168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9696" y="2020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0552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30552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dimensions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47288" y="2304288"/>
            <a:ext cx="182880" cy="384048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75888" y="1828800"/>
            <a:ext cx="1426464" cy="15087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22192" y="201168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2020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13048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13048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findings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29784" y="2304288"/>
            <a:ext cx="182880" cy="384048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1828800"/>
            <a:ext cx="1426464" cy="15087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201168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2020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95544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95544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DAG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12280" y="2304288"/>
            <a:ext cx="182880" cy="384048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1828800"/>
            <a:ext cx="1426464" cy="15087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87184" y="201168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87184" y="2020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78040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78040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diff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94776" y="2304288"/>
            <a:ext cx="182880" cy="384048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23376" y="1828800"/>
            <a:ext cx="1426464" cy="15087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0" y="201168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2020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860536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860536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digest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177272" y="2304288"/>
            <a:ext cx="182880" cy="384048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05872" y="1828800"/>
            <a:ext cx="1426464" cy="15087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52176" y="201168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52176" y="2020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543032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EXECUTOR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543032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apply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58368" y="3977640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" y="3977640"/>
            <a:ext cx="64008" cy="137160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414223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and deterministic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68680" y="4581144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rule evaluation, synthesis, planning, persistence, validation, digest checks, dependency checks, and Git applicability.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44768" y="3977640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768" y="3977640"/>
            <a:ext cx="64008" cy="1371600"/>
          </a:xfrm>
          <a:prstGeom prst="rect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14223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and untrusted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355080" y="4581144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generation is the only external phase. Its output is constrained, validated, and must be approved.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COMPONENT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Five modules keep responsibilities narrow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1234440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agents.py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76272" y="1371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discovery + security, performance, style, and coverage review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76272" y="2011680"/>
            <a:ext cx="877824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40864"/>
            <a:ext cx="1234440" cy="310896"/>
          </a:xfrm>
          <a:prstGeom prst="roundRect">
            <a:avLst>
              <a:gd name="adj" fmla="val 44118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0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76272" y="22311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grouping, import-derived dependencies, stable topological sort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76272" y="2871216"/>
            <a:ext cx="877824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00400"/>
            <a:ext cx="1234440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9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76272" y="309067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request to an OpenAI-compatible patch endpoint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176272" y="3730752"/>
            <a:ext cx="877824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059936"/>
            <a:ext cx="1234440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cli.py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76272" y="3950208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Orchestration, persistence, approval controls, validation, and apply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176272" y="4590288"/>
            <a:ext cx="877824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919472"/>
            <a:ext cx="1234440" cy="310896"/>
          </a:xfrm>
          <a:prstGeom prst="roundRect">
            <a:avLst>
              <a:gd name="adj" fmla="val 44118"/>
            </a:avLst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28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76272" y="4809744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Findings, refactor steps, approval state, and review plans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" y="5760720"/>
            <a:ext cx="10588752" cy="438912"/>
          </a:xfrm>
          <a:prstGeom prst="roundRect">
            <a:avLst>
              <a:gd name="adj" fmla="val 20833"/>
            </a:avLst>
          </a:prstGeom>
          <a:solidFill>
            <a:srgbClr val="EAF0FD"/>
          </a:solidFill>
          <a:ln w="12700">
            <a:solidFill>
              <a:srgbClr val="D5E0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8155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6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owns orchestration and durable state; each other module exposes a focused boundary.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RUNTIME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Runtime data flows through explicit checkpoints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1920240"/>
            <a:ext cx="1298448" cy="1298448"/>
          </a:xfrm>
          <a:prstGeom prst="ellipse">
            <a:avLst/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1305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34747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" y="382219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files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added lines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64208" y="2350008"/>
            <a:ext cx="228600" cy="42062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2536" y="1920240"/>
            <a:ext cx="1298448" cy="12984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2536" y="21305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11096" y="34747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83664" y="382219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pool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dimension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46704" y="2350008"/>
            <a:ext cx="228600" cy="42062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5032" y="1920240"/>
            <a:ext cx="1298448" cy="12984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1305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93592" y="34747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82219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 + stable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sort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2350008"/>
            <a:ext cx="228600" cy="42062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67528" y="1920240"/>
            <a:ext cx="1298448" cy="129844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21305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76088" y="34747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48656" y="382219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+ derive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DAG edges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11696" y="2350008"/>
            <a:ext cx="228600" cy="42062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0024" y="1920240"/>
            <a:ext cx="1298448" cy="1298448"/>
          </a:xfrm>
          <a:prstGeom prst="ellipse">
            <a:avLst/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21305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58584" y="34747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31152" y="382219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review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94192" y="2350008"/>
            <a:ext cx="228600" cy="42062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1920240"/>
            <a:ext cx="1298448" cy="1298448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21305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641080" y="34747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13648" y="382219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files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only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076688" y="2350008"/>
            <a:ext cx="228600" cy="42062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15016" y="1920240"/>
            <a:ext cx="1298448" cy="1298448"/>
          </a:xfrm>
          <a:prstGeom prst="ellipse">
            <a:avLst/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15016" y="21305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0323576" y="34747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296144" y="382219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Approve, validate,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apply, test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5800" y="5166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output never bypasses local controls.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TRUST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Trust boundaries make data movement and authority visible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291840" cy="409651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64008" cy="4096512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664208"/>
            <a:ext cx="1170432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CONTROLS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BOUNDARY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287121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scanning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evaluation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synthesis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and persistence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+ digest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applicability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53128" y="1481328"/>
            <a:ext cx="3291840" cy="409651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1481328"/>
            <a:ext cx="64008" cy="4096512"/>
          </a:xfrm>
          <a:prstGeom prst="rect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4296" y="1664208"/>
            <a:ext cx="1170432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6733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UNTRUSTED OUTPUT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SERVICE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487168"/>
            <a:ext cx="287121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selected repository content leaves the process during patch generation. Operators choose an endpoint appropriate for repository confidentiality.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47888" y="1481328"/>
            <a:ext cx="3063240" cy="409651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1481328"/>
            <a:ext cx="64008" cy="4096512"/>
          </a:xfrm>
          <a:prstGeom prst="rect">
            <a:avLst/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9056" y="1664208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1673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AUTHORITY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58200" y="2103120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2487168"/>
            <a:ext cx="264261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generated patch remains inert until a reviewer approves its exact SHA-256 digest. Editing or regeneration invalidates approval.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STATE AND RECOVERY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The JSON review plan is the contract between phases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074920" cy="2788920"/>
          </a:xfrm>
          <a:prstGeom prst="roundRect">
            <a:avLst>
              <a:gd name="adj" fmla="val 3279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459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E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ReviewPlan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86968" y="20116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repository: absolute path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86968" y="2377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findings: Finding[]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27432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steps: RefactorStep[]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" y="31089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 / depends_on / patch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" y="34747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approved_digest / applied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1481328"/>
            <a:ext cx="51480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4768" y="1481328"/>
            <a:ext cx="64008" cy="1234440"/>
          </a:xfrm>
          <a:prstGeom prst="rect">
            <a:avLst/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45920"/>
            <a:ext cx="4727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workflow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084832"/>
            <a:ext cx="4727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Analysis, approval, and execution can happen in separate sessions using the same plan artifact.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4768" y="3035808"/>
            <a:ext cx="51480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3035808"/>
            <a:ext cx="64008" cy="1234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200400"/>
            <a:ext cx="4727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caveats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639312"/>
            <a:ext cx="4727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schema version, signature, or file locking. Protect and review the plan like a build artifact.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4800600"/>
            <a:ext cx="10634472" cy="841248"/>
          </a:xfrm>
          <a:prstGeom prst="roundRect">
            <a:avLst>
              <a:gd name="adj" fmla="val 10870"/>
            </a:avLst>
          </a:prstGeom>
          <a:solidFill>
            <a:srgbClr val="FDEDE9"/>
          </a:solidFill>
          <a:ln w="12700">
            <a:solidFill>
              <a:srgbClr val="F4D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983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4882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 per Git patch—not per multi-step plan. Previously applied steps remain; recovery uses normal Git workflows.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ANALYSIS AND SYNTHESIS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Analysis is parallel; synthesis is repeatable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423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822960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92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 • credentials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execution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572768"/>
            <a:ext cx="2423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783080"/>
            <a:ext cx="822960" cy="310896"/>
          </a:xfrm>
          <a:prstGeom prst="roundRect">
            <a:avLst>
              <a:gd name="adj" fmla="val 44118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92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 / LOW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6616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72491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whole-file reads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loops for review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423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83080"/>
            <a:ext cx="822960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92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72491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/ FIXME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lines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69680" y="1572768"/>
            <a:ext cx="2423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1783080"/>
            <a:ext cx="822960" cy="310896"/>
          </a:xfrm>
          <a:prstGeom prst="roundRect">
            <a:avLst>
              <a:gd name="adj" fmla="val 44118"/>
            </a:avLst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792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/ MED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05256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52560" y="272491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production-only diff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4133088"/>
            <a:ext cx="10588752" cy="1170432"/>
          </a:xfrm>
          <a:prstGeom prst="roundRect">
            <a:avLst>
              <a:gd name="adj" fmla="val 7813"/>
            </a:avLst>
          </a:prstGeom>
          <a:solidFill>
            <a:srgbClr val="E5F5F3"/>
          </a:solidFill>
          <a:ln w="12700">
            <a:solidFill>
              <a:srgbClr val="CDE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361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synthesis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42702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findings → stable IDs → flatten agent batches → sort by severity, path, line, and ID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788920" y="47731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scheduling cannot change final ordering.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PLANNING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Dependency-aware planning changes prerequisites first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21868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64008" cy="1325880"/>
          </a:xfrm>
          <a:prstGeom prst="rect">
            <a:avLst/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7335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GROUP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12264"/>
            <a:ext cx="27980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findings for one repository-relative path become one refactor step.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21868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508760"/>
            <a:ext cx="64008" cy="13258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7335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CONNECT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112264"/>
            <a:ext cx="27980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Python and JavaScript imports create prerequisite edges.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02752" y="1508760"/>
            <a:ext cx="299923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1508760"/>
            <a:ext cx="64008" cy="1325880"/>
          </a:xfrm>
          <a:prstGeom prst="rect">
            <a:avLst/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3064" y="167335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ORDER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13064" y="2112264"/>
            <a:ext cx="2578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Kahn-style sorting emits ready steps by ID and rejects cycles.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dependency graph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07792" y="4142232"/>
            <a:ext cx="566928" cy="411480"/>
          </a:xfrm>
          <a:prstGeom prst="chevron">
            <a:avLst/>
          </a:prstGeom>
          <a:solidFill>
            <a:srgbClr val="9EA9B6"/>
          </a:solidFill>
          <a:ln w="12700">
            <a:solidFill>
              <a:srgbClr val="9EA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3977640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planner.py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88152" y="4142232"/>
            <a:ext cx="566928" cy="411480"/>
          </a:xfrm>
          <a:prstGeom prst="chevron">
            <a:avLst/>
          </a:prstGeom>
          <a:solidFill>
            <a:srgbClr val="9EA9B6"/>
          </a:solidFill>
          <a:ln w="12700">
            <a:solidFill>
              <a:srgbClr val="9EA9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3977640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cli.py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68512" y="4142232"/>
            <a:ext cx="566928" cy="411480"/>
          </a:xfrm>
          <a:prstGeom prst="chevron">
            <a:avLst/>
          </a:prstGeom>
          <a:solidFill>
            <a:srgbClr val="9EA9B6"/>
          </a:solidFill>
          <a:ln w="12700">
            <a:solidFill>
              <a:srgbClr val="9EA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55480" y="3977640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166360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before consumer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HITL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Human approval is a cryptographic state transition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391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receives permitted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+ relevant findings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35808" y="2468880"/>
            <a:ext cx="292608" cy="475488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8288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2029968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0391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30168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0168" y="28986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exists but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remains inert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88736" y="2468880"/>
            <a:ext cx="292608" cy="475488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0216" y="18288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2029968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20391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83096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83096" y="28986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stores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digest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41664" y="2468880"/>
            <a:ext cx="292608" cy="475488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53144" y="18288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36024" y="2029968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36024" y="20391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36024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36024" y="28986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safety gates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pass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43000" y="4343400"/>
            <a:ext cx="9921240" cy="868680"/>
          </a:xfrm>
          <a:prstGeom prst="roundRect">
            <a:avLst>
              <a:gd name="adj" fmla="val 10526"/>
            </a:avLst>
          </a:prstGeom>
          <a:solidFill>
            <a:srgbClr val="FDEDE9"/>
          </a:solidFill>
          <a:ln w="12700">
            <a:solidFill>
              <a:srgbClr val="F5D2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89888" y="4507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edited or regenerated?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4348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Digest changes → approval is invalid → reviewer must approve again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DATA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Three models preserve traceability and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246120" cy="38404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64008" cy="384048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664208"/>
            <a:ext cx="1170432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SIGNAL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28254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 + severity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+ 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+ evidence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71416" y="1481328"/>
            <a:ext cx="3246120" cy="38404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1416" y="1481328"/>
            <a:ext cx="64008" cy="38404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1664208"/>
            <a:ext cx="658368" cy="310896"/>
          </a:xfrm>
          <a:prstGeom prst="roundRect">
            <a:avLst>
              <a:gd name="adj" fmla="val 44118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6733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UNIT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81728" y="2103120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 STEP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81728" y="2487168"/>
            <a:ext cx="28254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ID + rationale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IDs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Permitted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 steps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+ approval digest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/ apply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84464" y="1481328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481328"/>
            <a:ext cx="64008" cy="3840480"/>
          </a:xfrm>
          <a:prstGeom prst="rect">
            <a:avLst/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1664208"/>
            <a:ext cx="1316736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16733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CONTRACT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94776" y="210312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PLAN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94776" y="2487168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repository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finding 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refactoring steps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→ Step → Plan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CLI WORKFLOWS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The CLI supports complete and phased workflows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10607040" cy="1920240"/>
          </a:xfrm>
          <a:prstGeom prst="roundRect">
            <a:avLst>
              <a:gd name="adj" fmla="val 4762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276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E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 a repository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86968" y="19933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review_swarm review C:\path\to\repository --output plan.json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86968" y="23591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27249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 a PR diff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" y="309067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review_swarm review C:\path\to\repository --diff pr.diff --output pr-plan.json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10607040" cy="1645920"/>
          </a:xfrm>
          <a:prstGeom prst="roundRect">
            <a:avLst>
              <a:gd name="adj" fmla="val 5556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89534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E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Generate, approve, and apply one planned step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968" y="426110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review_swarm generate plan.json STEP-001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968" y="462686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review_swarm approve  plan.json STEP-001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968" y="4992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review_swarm apply    plan.json STEP-001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56875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file lets teams separate analysis, review, and execution across sessions.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SECURITY AND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Defense in depth protects the mutation boundary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1078992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721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6596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binary, dependency, vendor, and build trees.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44768" y="1463040"/>
            <a:ext cx="1078992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4768" y="14721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SCOPE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5236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patches to files declared by the plan step.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2542032"/>
            <a:ext cx="1078992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511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65960" y="24505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absolute paths and parent traversal.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44768" y="2542032"/>
            <a:ext cx="1078992" cy="310896"/>
          </a:xfrm>
          <a:prstGeom prst="roundRect">
            <a:avLst>
              <a:gd name="adj" fmla="val 44118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5511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52360" y="24505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 approval to exact patch content.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3621024"/>
            <a:ext cx="1078992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6301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35295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steps with unapplied prerequisites.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44768" y="3621024"/>
            <a:ext cx="1078992" cy="310896"/>
          </a:xfrm>
          <a:prstGeom prst="roundRect">
            <a:avLst>
              <a:gd name="adj" fmla="val 44118"/>
            </a:avLst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6301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CHECK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52360" y="35295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syntax and applicability before mutation.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" y="4700016"/>
            <a:ext cx="1078992" cy="310896"/>
          </a:xfrm>
          <a:prstGeom prst="roundRect">
            <a:avLst>
              <a:gd name="adj" fmla="val 44118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7091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GATE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65960" y="460857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repository tests as explicit post-apply validation.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TESTING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Testing targets planning, diff semantics, and fixtures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64008" cy="14630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7335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TESTS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12264"/>
            <a:ext cx="2779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Dependency-first ordering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grouping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508760"/>
            <a:ext cx="64008" cy="146304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7335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TESTS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112264"/>
            <a:ext cx="2779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New-file line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Added-line-only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+ coverage signals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02752" y="1508760"/>
            <a:ext cx="299923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1508760"/>
            <a:ext cx="64008" cy="1463040"/>
          </a:xfrm>
          <a:prstGeom prst="rect">
            <a:avLst/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3064" y="167335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FIXTURES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13064" y="2112264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Problematic codebase exercises all dimensions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codebase expects no findings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01568" y="379476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3959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E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suite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30168" y="4325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5257800"/>
            <a:ext cx="10588752" cy="530352"/>
          </a:xfrm>
          <a:prstGeom prst="roundRect">
            <a:avLst>
              <a:gd name="adj" fmla="val 17241"/>
            </a:avLst>
          </a:prstGeom>
          <a:solidFill>
            <a:srgbClr val="E5F5F3"/>
          </a:solidFill>
          <a:ln w="12700">
            <a:solidFill>
              <a:srgbClr val="CDE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3583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Repository-specific tests remain an explicit gate after every applied step.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EXTENSIBILITY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Extension points preserve the existing contracts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261872" y="1353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RULE AGENTS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11880" y="1353312"/>
            <a:ext cx="7178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Subclass the reviewer interface and register it in repository and diff entry points.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3568E8"/>
          </a:solidFill>
          <a:ln w="12700">
            <a:solidFill>
              <a:srgbClr val="356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865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61872" y="22494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PARSERS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2249424"/>
            <a:ext cx="7178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syntax-aware analysis behind the current agent boundary.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273552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826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61872" y="31455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ADAPTERS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3145536"/>
            <a:ext cx="7178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rules with LLM analysis while preserving Finding output.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169664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788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61872" y="4041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INTEGRATIONS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11880" y="4041648"/>
            <a:ext cx="7178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provider-native diffs and publish review annotations.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065776"/>
            <a:ext cx="347472" cy="310896"/>
          </a:xfrm>
          <a:prstGeom prst="roundRect">
            <a:avLst>
              <a:gd name="adj" fmla="val 44118"/>
            </a:avLst>
          </a:prstGeom>
          <a:solidFill>
            <a:srgbClr val="2E9B67"/>
          </a:solidFill>
          <a:ln w="12700">
            <a:solidFill>
              <a:srgbClr val="2E9B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749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61872" y="49377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+ ROLLBACK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11880" y="4937760"/>
            <a:ext cx="7178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repository-native execution policies after each applied step.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7A398"/>
                </a:solidFill>
              </a:rPr>
              <a:t>LIMITATIONS AND FUTURE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</a:rPr>
              <a:t>Known limits guide the roadmap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166360" cy="4343400"/>
          </a:xfrm>
          <a:prstGeom prst="roundRect">
            <a:avLst>
              <a:gd name="adj" fmla="val 2105"/>
            </a:avLst>
          </a:prstGeom>
          <a:solidFill>
            <a:srgbClr val="FDEDE9"/>
          </a:solidFill>
          <a:ln w="12700">
            <a:solidFill>
              <a:srgbClr val="F5D2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73352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82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6112" y="2359152"/>
            <a:ext cx="128016" cy="12801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40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 rules lack complete program semantics.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3044952"/>
            <a:ext cx="128016" cy="12801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926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import discovery misses aliases and dynamic imports.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" y="3730752"/>
            <a:ext cx="128016" cy="12801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6118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inference does not measure executed lines.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4416552"/>
            <a:ext cx="128016" cy="128016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297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patches depend on the configured model.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44768" y="1417320"/>
            <a:ext cx="5166360" cy="4343400"/>
          </a:xfrm>
          <a:prstGeom prst="roundRect">
            <a:avLst>
              <a:gd name="adj" fmla="val 2105"/>
            </a:avLst>
          </a:prstGeom>
          <a:solidFill>
            <a:srgbClr val="E5F5F3"/>
          </a:solidFill>
          <a:ln w="12700">
            <a:solidFill>
              <a:srgbClr val="CDE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673352"/>
            <a:ext cx="1353312" cy="310896"/>
          </a:xfrm>
          <a:prstGeom prst="roundRect">
            <a:avLst>
              <a:gd name="adj" fmla="val 44118"/>
            </a:avLst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68249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DIRECTION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82512" y="2313432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194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Language-server integration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82512" y="2816352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2697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rule packs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82512" y="3319272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3200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Richer cross-file dependency graphs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82512" y="3822192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37033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Repository-native test execution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82512" y="4325112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4206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status reporting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82512" y="4828032"/>
            <a:ext cx="128016" cy="12801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4709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approval identities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143000" y="5943600"/>
            <a:ext cx="9902952" cy="384048"/>
          </a:xfrm>
          <a:prstGeom prst="roundRect">
            <a:avLst>
              <a:gd name="adj" fmla="val 23810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5980176"/>
            <a:ext cx="9619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invariant: exact-change approval before execution.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UCLA Agentic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Codebase Review Swarm — System Design</dc:title>
  <dc:subject>Presentation derived from Codebase_Review_Swarm_Design.docx</dc:subject>
  <dc:creator>Codex</dc:creator>
  <cp:lastModifiedBy>Codex</cp:lastModifiedBy>
  <cp:revision>1</cp:revision>
  <dcterms:created xsi:type="dcterms:W3CDTF">2026-07-29T23:21:18Z</dcterms:created>
  <dcterms:modified xsi:type="dcterms:W3CDTF">2026-07-29T23:21:18Z</dcterms:modified>
</cp:coreProperties>
</file>